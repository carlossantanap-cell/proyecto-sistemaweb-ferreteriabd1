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WClLYzVXrm7uAxaint8Z1RBbK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1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05276" y="1427112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Sistema Web para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Ferretería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81025" y="3183284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Proyecto Final - Curso Base de Datos 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7" y="396046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3162300" y="4551015"/>
            <a:ext cx="16859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Santana Palomino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Carlos Henry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0737" y="396046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5229225" y="4551015"/>
            <a:ext cx="15906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Achalma Galindo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Alexandro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1475" y="396046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7200900" y="4551015"/>
            <a:ext cx="18288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Gonzales Avendaño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Juan Carlos Matias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66317"/>
            <a:ext cx="5229225" cy="416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66317"/>
            <a:ext cx="5229225" cy="416361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971550" y="2356842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Objetivo General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71550" y="2890242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Desarrollar un sistema transaccional web completo para optimizar la gestión de inventarios y ventas de una ferretería, pasando de procesos manuales a digitales.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772275" y="2356842"/>
            <a:ext cx="46707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Alcance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772275" y="2890242"/>
            <a:ext cx="4448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Diseñar una Base de Datos Normalizada (3FN).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772275" y="3434953"/>
            <a:ext cx="44481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Implementar CRUD para gestión de productos.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772275" y="4314825"/>
            <a:ext cx="44481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Desarrollar un carrito de compras y control de stock.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772275" y="5194696"/>
            <a:ext cx="4448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 Gestionar seguridad con Roles de Usuario.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38541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38541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581025" y="581025"/>
            <a:ext cx="115815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Objetivo y Alcance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6671"/>
            <a:ext cx="3486150" cy="326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16671"/>
            <a:ext cx="3486150" cy="326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16671"/>
            <a:ext cx="3486150" cy="3262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1589008" y="3483471"/>
            <a:ext cx="14701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SQL 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876300" y="4159746"/>
            <a:ext cx="2895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Motor de Base de Datos Relacional para integridad y consultas complejas.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390911" y="3483471"/>
            <a:ext cx="141017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PHP &amp; PDO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4648200" y="4159746"/>
            <a:ext cx="2895600" cy="10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Backend robusto usando drivers oficiales sqlsrv para conexión segura.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9137808" y="3483471"/>
            <a:ext cx="14601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Bootstrap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420100" y="4159746"/>
            <a:ext cx="2895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Framework CSS para un diseño responsivo, moderno y profesional.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4550" y="275004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962" y="2750046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1200" y="2750046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Stack Tecnológico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581025" y="827186"/>
            <a:ext cx="519064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Diseño de Base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581025" y="2313086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Modelo Entidad-Relación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81025" y="2989361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Estructura normalizada en 3FN para evitar redundancia: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23925" y="4203561"/>
            <a:ext cx="38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62025" y="4202608"/>
            <a:ext cx="4562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Usuarios: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Clientes y Admins (Login unificado).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923925" y="4538722"/>
            <a:ext cx="38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962025" y="4537769"/>
            <a:ext cx="4562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Productos: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Inventario central con Stock.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923925" y="4873882"/>
            <a:ext cx="38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962025" y="4872930"/>
            <a:ext cx="4562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Ventas: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Cabecera de la transacción.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923925" y="5209043"/>
            <a:ext cx="38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962025" y="5208091"/>
            <a:ext cx="4562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Detalle_Venta: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Tabla intermedia (N:M).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923925" y="5544204"/>
            <a:ext cx="38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962025" y="5543252"/>
            <a:ext cx="4562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Categoria:</a:t>
            </a:r>
            <a:endParaRPr sz="1650" b="0" i="0" u="none" strike="noStrike" cap="non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962063" y="5878427"/>
            <a:ext cx="4562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Proveedor:</a:t>
            </a:r>
            <a:endParaRPr sz="1650" b="0" i="0" u="none" strike="noStrike" cap="non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4"/>
          <p:cNvSpPr txBox="1"/>
          <p:nvPr/>
        </p:nvSpPr>
        <p:spPr>
          <a:xfrm flipH="1">
            <a:off x="923936" y="5878525"/>
            <a:ext cx="15525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 l="1512" r="1521"/>
          <a:stretch/>
        </p:blipFill>
        <p:spPr>
          <a:xfrm>
            <a:off x="0" y="12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 txBox="1"/>
          <p:nvPr/>
        </p:nvSpPr>
        <p:spPr>
          <a:xfrm>
            <a:off x="962025" y="2288381"/>
            <a:ext cx="484822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Integridad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Referencial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estricto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FOREIGN KEY para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evitar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registros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huérfanos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ej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ventas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usuario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961987" y="3513296"/>
            <a:ext cx="4848225" cy="68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Validaciones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(Constraints):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CHECK (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Precio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&gt;= 0) y UNIQUE para DNI/RUC.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6762676" y="2224188"/>
            <a:ext cx="4848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Identidad: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Uso de IDENTITY(1,1) para autoincremento de llaves primarias.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6762713" y="3137821"/>
            <a:ext cx="4848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Transacciones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Garantía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consistentes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historial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ventas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Implementación en SQL 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648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987" y="35513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0875" y="2548047"/>
            <a:ext cx="228600" cy="247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6825" y="3244444"/>
            <a:ext cx="228600" cy="247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0;p6">
            <a:extLst>
              <a:ext uri="{FF2B5EF4-FFF2-40B4-BE49-F238E27FC236}">
                <a16:creationId xmlns:a16="http://schemas.microsoft.com/office/drawing/2014/main" id="{7F2A85A0-D530-448F-652A-2ED47844A3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-250" r="250"/>
          <a:stretch/>
        </p:blipFill>
        <p:spPr>
          <a:xfrm>
            <a:off x="0" y="88392"/>
            <a:ext cx="12192000" cy="66812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62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60389"/>
            <a:ext cx="5229225" cy="3043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60389"/>
            <a:ext cx="5229225" cy="304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 txBox="1"/>
          <p:nvPr/>
        </p:nvSpPr>
        <p:spPr>
          <a:xfrm>
            <a:off x="581025" y="549012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* Contraseñas encriptadas usando password_hash()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971550" y="255091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Administrador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971550" y="3084314"/>
            <a:ext cx="4448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Acceso total al sistema.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71550" y="3629025"/>
            <a:ext cx="44481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971550" y="3819525"/>
            <a:ext cx="44481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CRUD de Productos (Crear, Editar, Borrar)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• Gestión de Inventario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• Visualización de Reportes de Ventas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6772275" y="255091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Cliente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6772275" y="3084314"/>
            <a:ext cx="4448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Acceso limitado al catálogo.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772275" y="3629025"/>
            <a:ext cx="44481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6772275" y="3819525"/>
            <a:ext cx="44481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Visualización de Productos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• Uso del Carrito de Compras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• 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Login con DNI y contraseña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579489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579489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Seguridad y Roles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581025" y="4022377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8521" y="37366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6291" y="37366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4060" y="37366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1829" y="373662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 txBox="1"/>
          <p:nvPr/>
        </p:nvSpPr>
        <p:spPr>
          <a:xfrm>
            <a:off x="581025" y="2639466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 confirmar la compra, el sistema ejecuta 4 pasos críticos: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520362" y="449862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Carrito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581025" y="4946302"/>
            <a:ext cx="242649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Validación de sesión PHP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3388131" y="449862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Venta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3448794" y="4946302"/>
            <a:ext cx="242649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INSERT en tabla Ventas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6255900" y="449862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Detalle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6316563" y="4946302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INSERT masivo en Detalle_Venta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9123670" y="449862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Stock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9184332" y="4946302"/>
            <a:ext cx="242649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UPDATE (Resta) en Productos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Lógica Transaccional (Checkout)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8125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 txBox="1"/>
          <p:nvPr/>
        </p:nvSpPr>
        <p:spPr>
          <a:xfrm>
            <a:off x="581025" y="2406253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Consulta Multitabla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581025" y="2939653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sistema permite al administrador auditar el negocio mediante una consulta SQL compleja.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581025" y="3819525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Utilizamos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INNER JOIN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unir 4 tablas simultáneamente: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9"/>
          <p:cNvPicPr preferRelativeResize="0"/>
          <p:nvPr/>
        </p:nvPicPr>
        <p:blipFill rotWithShape="1">
          <a:blip r:embed="rId5">
            <a:alphaModFix/>
          </a:blip>
          <a:srcRect t="872" b="11774"/>
          <a:stretch/>
        </p:blipFill>
        <p:spPr>
          <a:xfrm>
            <a:off x="6071700" y="15650"/>
            <a:ext cx="60907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Reportes Avanzados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 rot="10800000" flipH="1">
            <a:off x="581025" y="1316608"/>
            <a:ext cx="5490600" cy="15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5381625" y="2192833"/>
            <a:ext cx="1428750" cy="571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3780710" y="2535733"/>
            <a:ext cx="463057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2286000" y="3735883"/>
            <a:ext cx="7620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Hemos logrado integrar exitosamente tecnologías open-source (PHP) con tecnología Microsoft (SQL Server), creando un sistema seguro, escalable y funcional que resuelve la problemática de gestión de la ferretería.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 txBox="1"/>
          <p:nvPr/>
        </p:nvSpPr>
        <p:spPr>
          <a:xfrm>
            <a:off x="4290749" y="2967294"/>
            <a:ext cx="361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Panorámica</PresentationFormat>
  <Paragraphs>65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Urbanist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Henry Santana Palomino</cp:lastModifiedBy>
  <cp:revision>1</cp:revision>
  <dcterms:modified xsi:type="dcterms:W3CDTF">2026-08-15T22:25:21Z</dcterms:modified>
</cp:coreProperties>
</file>